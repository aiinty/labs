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Montserrat" pitchFamily="2" charset="0"/>
      <p:regular r:id="rId13"/>
      <p:bold r:id="rId14"/>
      <p:italic r:id="rId15"/>
      <p:boldItalic r:id="rId16"/>
    </p:embeddedFont>
    <p:embeddedFont>
      <p:font typeface="Montserrat Bold" pitchFamily="2" charset="0"/>
      <p:bold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CDB26-60F6-4FFA-951E-C3306D0BD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38004A-B97A-497E-9D4B-9C86E1822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E7C23D-1C99-4FE8-BE7F-5E155C090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EE12E7-67B2-451C-8556-1750197C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6E1635-7DDC-4309-84BF-913367D5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78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73669-ADB4-4BF5-9313-7D408DEF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4CDEE-4A89-4BCA-A992-311C612D5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39BB6C-00C5-4419-B600-67DA62C6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75A879-4DD9-4CF1-80EA-F9A4B150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8E8F3F-402C-4728-AA63-30226554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21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457B1-543A-4DEA-9D63-30FBA2E4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75B74A-6FC9-41CD-9914-0B50C5DAF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E6C3ED-F62B-40BD-A304-6C9566BD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D89B50-A7EB-4695-930F-DB30E414B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0C46B1-C429-4C7D-93D4-F3721855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266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3AED7-F616-4215-8867-7FFF4369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C1C3BC-240A-42A0-9F61-D04DA22A6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DC22F9-16D4-4D66-A35A-ADB5993E4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A011FB-F9FD-47AD-9C99-A3ADD028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68E424-55CE-4084-87B8-49D02077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284F09-829E-4B3C-A265-437D5357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81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BEE0C-494E-4891-AD59-C999E9BA2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1087B6-A7D6-4366-B141-1F39DE652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12587E-308A-4EAA-BAD8-48FD997AD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FAB50C1-5A75-4BA5-AB54-E87D531F9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926A1F-4909-4DCB-8B3E-D7B075659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315526-FC40-466F-B876-3311B7B9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4060AB-B377-4AF7-B12F-A8A41CE2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2620E46-D736-4B85-946A-E5D83A4A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10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59ABB-27EC-496D-86A0-B41687A8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EC2971-5E81-46C1-8396-C21232C6D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76E9EA-7324-47A6-BAF9-F1BDE8D0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081701-5B9C-4E0F-A1CF-5AA0F843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059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366E3E-75BB-492F-AC43-8145A992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40FC05-D70E-457D-B54C-36E317D7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3F675B-F678-4126-9DA9-11B078C0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71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830BC-7FC3-4231-AD95-17865CEF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FEF8DB-6F87-4C32-AFB5-333FA9315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FEA184-08B5-4166-8DF3-28DD27CC9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AB734C-4FA1-411A-A21F-FB6F1F20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FB0395-94CC-4876-996E-F10040B2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4C9F49-3C46-4A18-8BE5-008375615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0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7F1DA-6790-4C54-A952-5634A58D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E14DDE6-D5E9-439E-B880-D466232D4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99B512-D5EF-47D6-9F00-517D3E00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E66DED-4C33-4741-B301-C0F28011A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2BBF0E-A475-48E0-A002-A338472F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1EF17D-4598-43CE-9650-83B72899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92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28624-FFE8-4168-8D2D-B8C6E220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6CA4F9-1D3E-4CF0-8198-325846399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0C9D8B-AE22-4597-AE3A-DDFCB022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28B0BC-2CDF-46CF-9BC8-7F8062C7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6E57B9-0A35-4707-B557-5A567673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22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5594FA3-9B1A-479E-8CE1-525E55826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934DBE-B853-4E43-B454-71CC06B53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D6F614-B6A8-4938-A480-73291EC2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7275FD-10AB-491D-8385-30204250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81397C-5C81-4919-B34E-19D1312D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25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81238-71D3-49FC-89D3-609BDD857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6D1EF2-BF8C-4B16-AFED-030B9439F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821087-661C-4624-9030-C66DD4D83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F6DA2-25A8-41AF-9EC7-207395938E8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38B381-844E-4E9B-A01B-C1D6BC67F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2EC43F-9F98-4AC2-BB2D-891D405D2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526D1-4E0C-4AE9-BED5-0BE4921807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26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197E59-80F6-43BA-9DD6-914B80277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652" y="1122363"/>
            <a:ext cx="10258697" cy="2387600"/>
          </a:xfrm>
        </p:spPr>
        <p:txBody>
          <a:bodyPr>
            <a:normAutofit fontScale="90000"/>
          </a:bodyPr>
          <a:lstStyle/>
          <a:p>
            <a:r>
              <a:rPr lang="ru-RU" b="1"/>
              <a:t>Хранение данных в настройках 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260B55-91E8-4979-8F34-FED3EB7A3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SharedPreferences</a:t>
            </a:r>
            <a:endParaRPr lang="en-GB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788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D1B22-0730-42EE-84E1-10E5BB33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Зачем хранить данные?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115A54-0BE9-40B2-A404-CF2461DAD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Приложение может запоминать:</a:t>
            </a:r>
          </a:p>
          <a:p>
            <a:pPr marL="0" indent="0">
              <a:buNone/>
            </a:pPr>
            <a:endParaRPr lang="ru-RU" dirty="0"/>
          </a:p>
          <a:p>
            <a:pPr lvl="1">
              <a:buFont typeface="Symbol" panose="05050102010706020507" pitchFamily="18" charset="2"/>
              <a:buChar char=""/>
            </a:pPr>
            <a:r>
              <a:rPr lang="ru-RU" dirty="0"/>
              <a:t>Имя пользователя</a:t>
            </a:r>
          </a:p>
          <a:p>
            <a:pPr lvl="1">
              <a:buFont typeface="Symbol" panose="05050102010706020507" pitchFamily="18" charset="2"/>
              <a:buChar char=""/>
            </a:pPr>
            <a:r>
              <a:rPr lang="ru-RU" dirty="0"/>
              <a:t>Тему оформления</a:t>
            </a:r>
          </a:p>
          <a:p>
            <a:pPr lvl="1">
              <a:buFont typeface="Symbol" panose="05050102010706020507" pitchFamily="18" charset="2"/>
              <a:buChar char=""/>
            </a:pPr>
            <a:r>
              <a:rPr lang="ru-RU" dirty="0"/>
              <a:t>Настройки уведомлений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Закрыли приложение </a:t>
            </a:r>
            <a:r>
              <a:rPr lang="en-US" b="1" dirty="0"/>
              <a:t>-</a:t>
            </a:r>
            <a:r>
              <a:rPr lang="ru-RU" b="1" dirty="0"/>
              <a:t> настройки остались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7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0B3ED-D2AC-421D-97CF-C003AFD0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</a:t>
            </a:r>
            <a:r>
              <a:rPr lang="en-GB" b="1" dirty="0" err="1"/>
              <a:t>SharedPreferences</a:t>
            </a:r>
            <a:r>
              <a:rPr lang="en-GB" b="1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6BE3C0-74E5-4A34-810C-64B4A2826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Механизм хранения данных в формате </a:t>
            </a:r>
          </a:p>
          <a:p>
            <a:pPr marL="0" indent="0">
              <a:buNone/>
            </a:pPr>
            <a:r>
              <a:rPr lang="ru-RU" b="1" dirty="0"/>
              <a:t>«ключ</a:t>
            </a:r>
            <a:r>
              <a:rPr lang="en-US" b="1" dirty="0"/>
              <a:t>-</a:t>
            </a:r>
            <a:r>
              <a:rPr lang="ru-RU" b="1" dirty="0"/>
              <a:t>значение»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2276C1A-12EC-4D44-AFA4-D56C0B727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275363"/>
              </p:ext>
            </p:extLst>
          </p:nvPr>
        </p:nvGraphicFramePr>
        <p:xfrm>
          <a:off x="838200" y="3269774"/>
          <a:ext cx="10515600" cy="207264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292759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31118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/>
                        <a:t>Ключ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/>
                        <a:t>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130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800" i="1" dirty="0"/>
                        <a:t>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/>
                        <a:t>Иван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284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800" i="1" dirty="0" err="1"/>
                        <a:t>dark_mode</a:t>
                      </a:r>
                      <a:endParaRPr lang="en-GB" sz="28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389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800" i="1" dirty="0"/>
                        <a:t>notifications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58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95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37B3A-4EA0-4AC6-93CF-C74CA2091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сохранить данные?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A96A7E-C41F-42BA-943A-CB4211ECA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SharedPreferences</a:t>
            </a:r>
            <a:r>
              <a:rPr lang="en-GB" sz="2400" dirty="0"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preferences</a:t>
            </a:r>
            <a:r>
              <a:rPr lang="en-GB" sz="2400" dirty="0">
                <a:latin typeface="Consolas" panose="020B0609020204030204" pitchFamily="49" charset="0"/>
              </a:rPr>
              <a:t> = </a:t>
            </a:r>
            <a:endParaRPr lang="ru-RU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dirty="0"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getSharedPreferences</a:t>
            </a:r>
            <a:r>
              <a:rPr lang="en-GB" sz="2400" dirty="0"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"settings"</a:t>
            </a:r>
            <a:r>
              <a:rPr lang="en-GB" sz="2400" dirty="0">
                <a:latin typeface="Consolas" panose="020B0609020204030204" pitchFamily="49" charset="0"/>
              </a:rPr>
              <a:t>,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7030A0"/>
                </a:solidFill>
                <a:latin typeface="Consolas" panose="020B0609020204030204" pitchFamily="49" charset="0"/>
              </a:rPr>
              <a:t>MODE_PRIVATE</a:t>
            </a:r>
            <a:r>
              <a:rPr lang="en-GB" sz="24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endParaRPr lang="en-GB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preferences</a:t>
            </a:r>
            <a:r>
              <a:rPr lang="en-GB" sz="2400" dirty="0" err="1"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edit</a:t>
            </a:r>
            <a:r>
              <a:rPr lang="en-GB" sz="24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	.</a:t>
            </a:r>
            <a:r>
              <a:rPr lang="en-GB" sz="24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putString</a:t>
            </a:r>
            <a:r>
              <a:rPr lang="en-GB" sz="2400" dirty="0"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"username"</a:t>
            </a:r>
            <a:r>
              <a:rPr lang="en-GB" sz="2400" dirty="0">
                <a:latin typeface="Consolas" panose="020B0609020204030204" pitchFamily="49" charset="0"/>
              </a:rPr>
              <a:t>,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Иван"</a:t>
            </a:r>
            <a:r>
              <a:rPr lang="ru-RU" sz="2400" dirty="0">
                <a:latin typeface="Consolas" panose="020B0609020204030204" pitchFamily="49" charset="0"/>
              </a:rPr>
              <a:t>)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ru-RU" sz="2400" dirty="0">
                <a:latin typeface="Consolas" panose="020B0609020204030204" pitchFamily="49" charset="0"/>
              </a:rPr>
              <a:t>.</a:t>
            </a:r>
            <a:r>
              <a:rPr lang="en-GB" sz="24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apply</a:t>
            </a:r>
            <a:r>
              <a:rPr lang="en-GB" sz="2400" dirty="0">
                <a:latin typeface="Consolas" panose="020B0609020204030204" pitchFamily="49" charset="0"/>
              </a:rPr>
              <a:t>();</a:t>
            </a:r>
            <a:endParaRPr lang="ru-RU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GB" b="1" dirty="0"/>
              <a:t>.</a:t>
            </a:r>
            <a:r>
              <a:rPr lang="en-GB" b="1" dirty="0" err="1"/>
              <a:t>putString</a:t>
            </a:r>
            <a:r>
              <a:rPr lang="en-GB" b="1" dirty="0"/>
              <a:t>()</a:t>
            </a:r>
            <a:r>
              <a:rPr lang="en-GB" dirty="0"/>
              <a:t> - </a:t>
            </a:r>
            <a:r>
              <a:rPr lang="ru-RU" dirty="0"/>
              <a:t>сохраняет строку</a:t>
            </a:r>
          </a:p>
          <a:p>
            <a:pPr marL="0" indent="0">
              <a:buNone/>
            </a:pPr>
            <a:r>
              <a:rPr lang="ru-RU" b="1" dirty="0"/>
              <a:t>.</a:t>
            </a:r>
            <a:r>
              <a:rPr lang="en-GB" b="1" dirty="0"/>
              <a:t>apply()</a:t>
            </a:r>
            <a:r>
              <a:rPr lang="en-GB" dirty="0"/>
              <a:t> - </a:t>
            </a:r>
            <a:r>
              <a:rPr lang="ru-RU" dirty="0"/>
              <a:t>применяет изменения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1013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37B3A-4EA0-4AC6-93CF-C74CA2091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получить данные?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A96A7E-C41F-42BA-943A-CB4211ECA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GB" sz="2400" dirty="0"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name </a:t>
            </a:r>
            <a:r>
              <a:rPr lang="en-GB" sz="2400" dirty="0">
                <a:latin typeface="Consolas" panose="020B0609020204030204" pitchFamily="49" charset="0"/>
              </a:rPr>
              <a:t>= </a:t>
            </a:r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preferences</a:t>
            </a:r>
            <a:r>
              <a:rPr lang="en-GB" sz="2400" dirty="0" err="1"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putString</a:t>
            </a:r>
            <a:r>
              <a:rPr lang="en-GB" sz="24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	“username”</a:t>
            </a:r>
            <a:r>
              <a:rPr lang="en-GB" sz="2400" dirty="0">
                <a:latin typeface="Consolas" panose="020B0609020204030204" pitchFamily="49" charset="0"/>
              </a:rPr>
              <a:t>,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“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Иван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”</a:t>
            </a:r>
          </a:p>
          <a:p>
            <a:pPr marL="0" indent="0">
              <a:buNone/>
            </a:pPr>
            <a:r>
              <a:rPr lang="ru-RU" sz="2400" dirty="0">
                <a:latin typeface="Consolas" panose="020B0609020204030204" pitchFamily="49" charset="0"/>
              </a:rPr>
              <a:t>)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  <a:endParaRPr lang="ru-RU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Первый аргумент</a:t>
            </a:r>
            <a:r>
              <a:rPr lang="en-GB" dirty="0"/>
              <a:t> - </a:t>
            </a:r>
            <a:r>
              <a:rPr lang="ru-RU" dirty="0"/>
              <a:t>ключ</a:t>
            </a:r>
          </a:p>
          <a:p>
            <a:pPr marL="0" indent="0">
              <a:buNone/>
            </a:pPr>
            <a:r>
              <a:rPr lang="ru-RU" b="1" dirty="0"/>
              <a:t>Второй</a:t>
            </a:r>
            <a:r>
              <a:rPr lang="en-GB" dirty="0"/>
              <a:t> – </a:t>
            </a:r>
            <a:r>
              <a:rPr lang="ru-RU" dirty="0"/>
              <a:t>значение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163694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CA233-20F6-4EF7-83B7-246A5702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ещё можно делать?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7CF0E7-2006-4AC0-820E-48C7FB6B6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.</a:t>
            </a:r>
            <a:r>
              <a:rPr lang="ru-RU" dirty="0" err="1">
                <a:latin typeface="Consolas" panose="020B0609020204030204" pitchFamily="49" charset="0"/>
              </a:rPr>
              <a:t>putBoolean</a:t>
            </a:r>
            <a:r>
              <a:rPr lang="ru-RU" dirty="0">
                <a:latin typeface="Consolas" panose="020B0609020204030204" pitchFamily="49" charset="0"/>
              </a:rPr>
              <a:t>()</a:t>
            </a:r>
            <a:r>
              <a:rPr lang="ru-RU" dirty="0"/>
              <a:t> - сохранить логическое значение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.</a:t>
            </a:r>
            <a:r>
              <a:rPr lang="ru-RU" dirty="0" err="1">
                <a:latin typeface="Consolas" panose="020B0609020204030204" pitchFamily="49" charset="0"/>
              </a:rPr>
              <a:t>putInt</a:t>
            </a:r>
            <a:r>
              <a:rPr lang="ru-RU" dirty="0">
                <a:latin typeface="Consolas" panose="020B0609020204030204" pitchFamily="49" charset="0"/>
              </a:rPr>
              <a:t>()</a:t>
            </a:r>
            <a:r>
              <a:rPr lang="ru-RU" dirty="0"/>
              <a:t> - сохранить целое число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.</a:t>
            </a:r>
            <a:r>
              <a:rPr lang="ru-RU" dirty="0" err="1">
                <a:latin typeface="Consolas" panose="020B0609020204030204" pitchFamily="49" charset="0"/>
              </a:rPr>
              <a:t>remove</a:t>
            </a:r>
            <a:r>
              <a:rPr lang="ru-RU" dirty="0">
                <a:latin typeface="Consolas" panose="020B0609020204030204" pitchFamily="49" charset="0"/>
              </a:rPr>
              <a:t>()</a:t>
            </a:r>
            <a:r>
              <a:rPr lang="ru-RU" b="1" dirty="0"/>
              <a:t> </a:t>
            </a:r>
            <a:r>
              <a:rPr lang="ru-RU" dirty="0"/>
              <a:t>- удалить одну настройку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.</a:t>
            </a:r>
            <a:r>
              <a:rPr lang="ru-RU" dirty="0" err="1">
                <a:latin typeface="Consolas" panose="020B0609020204030204" pitchFamily="49" charset="0"/>
              </a:rPr>
              <a:t>clear</a:t>
            </a:r>
            <a:r>
              <a:rPr lang="ru-RU" dirty="0">
                <a:latin typeface="Consolas" panose="020B0609020204030204" pitchFamily="49" charset="0"/>
              </a:rPr>
              <a:t>() </a:t>
            </a:r>
            <a:r>
              <a:rPr lang="ru-RU" dirty="0"/>
              <a:t>- очистить хранилище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 err="1"/>
              <a:t>SharedPreferences</a:t>
            </a:r>
            <a:r>
              <a:rPr lang="ru-RU" b="1" dirty="0"/>
              <a:t> подходит для небольших настроек, но не для больших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63501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48E64-2197-4B74-9276-F09821C7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0E59A0-C144-4072-BB60-EF230858D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/>
          <a:lstStyle/>
          <a:p>
            <a:pPr marL="0" indent="0" algn="ctr">
              <a:buNone/>
            </a:pPr>
            <a:r>
              <a:rPr lang="ru-RU" sz="3200" dirty="0"/>
              <a:t>Как сделать так, чтобы приложение помнило имя пользователя после перезапуска?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81519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180</Words>
  <Application>Microsoft Office PowerPoint</Application>
  <PresentationFormat>Широкоэкранный</PresentationFormat>
  <Paragraphs>51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Consolas</vt:lpstr>
      <vt:lpstr>Arial</vt:lpstr>
      <vt:lpstr>Montserrat Bold</vt:lpstr>
      <vt:lpstr>Symbol</vt:lpstr>
      <vt:lpstr>Montserrat</vt:lpstr>
      <vt:lpstr>Тема Office</vt:lpstr>
      <vt:lpstr>Хранение данных в настройках приложения</vt:lpstr>
      <vt:lpstr>Зачем хранить данные?</vt:lpstr>
      <vt:lpstr>Что такое SharedPreferences?</vt:lpstr>
      <vt:lpstr>Как сохранить данные?</vt:lpstr>
      <vt:lpstr>Как получить данные?</vt:lpstr>
      <vt:lpstr>Что ещё можно делать?</vt:lpstr>
      <vt:lpstr>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Хранение данных в настройках приложения</dc:title>
  <dc:creator>Home</dc:creator>
  <cp:lastModifiedBy>Home</cp:lastModifiedBy>
  <cp:revision>2</cp:revision>
  <dcterms:created xsi:type="dcterms:W3CDTF">2026-10-12T16:25:01Z</dcterms:created>
  <dcterms:modified xsi:type="dcterms:W3CDTF">2026-10-12T16:28:18Z</dcterms:modified>
</cp:coreProperties>
</file>